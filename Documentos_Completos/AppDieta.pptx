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4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11/28/2019</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‹Nº›</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11/28/2019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s-ES" smtClean="0"/>
              <a:t>Haga clic para modificar el estilo de título del patrón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s-ES" smtClean="0"/>
              <a:t>Haga clic para modificar el estilo de título del patrón</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s-ES" smtClean="0"/>
              <a:t>Haga clic para modificar el estilo de título del patrón</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11/28/2019</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hyperlink" Target="file:///C:\Users\Alex\Desktop\DOC'S%20AppDieta\Documento_H.docx" TargetMode="External"/><Relationship Id="rId3" Type="http://schemas.openxmlformats.org/officeDocument/2006/relationships/hyperlink" Target="file:///C:\Users\Alex\Desktop\DOC'S%20AppDieta\Documento_B.docx" TargetMode="External"/><Relationship Id="rId7" Type="http://schemas.openxmlformats.org/officeDocument/2006/relationships/hyperlink" Target="file:///C:\Users\Alex\Desktop\DOC'S%20AppDieta\Documento_G.docx" TargetMode="External"/><Relationship Id="rId2" Type="http://schemas.openxmlformats.org/officeDocument/2006/relationships/hyperlink" Target="file:///C:\Users\Alex\Desktop\DOC'S%20AppDieta\Documento_A.docx" TargetMode="External"/><Relationship Id="rId1" Type="http://schemas.openxmlformats.org/officeDocument/2006/relationships/slideLayout" Target="../slideLayouts/slideLayout2.xml"/><Relationship Id="rId6" Type="http://schemas.openxmlformats.org/officeDocument/2006/relationships/hyperlink" Target="file:///C:\Users\Alex\Desktop\DOC'S%20AppDieta\Documento_E.docx" TargetMode="External"/><Relationship Id="rId5" Type="http://schemas.openxmlformats.org/officeDocument/2006/relationships/hyperlink" Target="file:///C:\Users\Alex\Desktop\DOC'S%20AppDieta\Documento_F.docx" TargetMode="External"/><Relationship Id="rId10" Type="http://schemas.openxmlformats.org/officeDocument/2006/relationships/hyperlink" Target="file:///C:\Users\Alex\Desktop\DOC'S%20AppDieta\Documento_C.docx" TargetMode="External"/><Relationship Id="rId4" Type="http://schemas.openxmlformats.org/officeDocument/2006/relationships/hyperlink" Target="file:///C:\Users\Alex\Desktop\DOC'S%20AppDieta\Documento_D.docx" TargetMode="External"/><Relationship Id="rId9" Type="http://schemas.openxmlformats.org/officeDocument/2006/relationships/hyperlink" Target="file:///C:\Users\Alex\Desktop\DOC'S%20AppDieta\Documento_I.doc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MX" dirty="0" err="1" smtClean="0"/>
              <a:t>AppDieta</a:t>
            </a:r>
            <a:endParaRPr lang="es-MX" dirty="0"/>
          </a:p>
        </p:txBody>
      </p:sp>
      <p:sp>
        <p:nvSpPr>
          <p:cNvPr id="3" name="Subtítulo 2"/>
          <p:cNvSpPr>
            <a:spLocks noGrp="1"/>
          </p:cNvSpPr>
          <p:nvPr>
            <p:ph type="subTitle" idx="1"/>
          </p:nvPr>
        </p:nvSpPr>
        <p:spPr/>
        <p:txBody>
          <a:bodyPr>
            <a:normAutofit lnSpcReduction="10000"/>
          </a:bodyPr>
          <a:lstStyle/>
          <a:p>
            <a:r>
              <a:rPr lang="es-MX" dirty="0" smtClean="0"/>
              <a:t>Control de proyectos</a:t>
            </a:r>
          </a:p>
          <a:p>
            <a:r>
              <a:rPr lang="es-MX" dirty="0" smtClean="0"/>
              <a:t>Martinez González Luis Alejandro</a:t>
            </a:r>
          </a:p>
          <a:p>
            <a:r>
              <a:rPr lang="es-MX" dirty="0" smtClean="0"/>
              <a:t>Valencia Vargas Hugo</a:t>
            </a:r>
            <a:endParaRPr lang="es-MX" dirty="0"/>
          </a:p>
        </p:txBody>
      </p:sp>
    </p:spTree>
    <p:extLst>
      <p:ext uri="{BB962C8B-B14F-4D97-AF65-F5344CB8AC3E}">
        <p14:creationId xmlns:p14="http://schemas.microsoft.com/office/powerpoint/2010/main" val="820126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3811" y="1853184"/>
            <a:ext cx="3718455" cy="906950"/>
          </a:xfrm>
        </p:spPr>
        <p:txBody>
          <a:bodyPr/>
          <a:lstStyle/>
          <a:p>
            <a:r>
              <a:rPr lang="es-MX" dirty="0" smtClean="0"/>
              <a:t>Modelo escogido para realizar y ejecutar el proyecto</a:t>
            </a:r>
            <a:endParaRPr lang="es-MX" dirty="0"/>
          </a:p>
        </p:txBody>
      </p:sp>
      <p:pic>
        <p:nvPicPr>
          <p:cNvPr id="5" name="Marcador de contenido 4"/>
          <p:cNvPicPr>
            <a:picLocks noGrp="1" noChangeAspect="1"/>
          </p:cNvPicPr>
          <p:nvPr>
            <p:ph idx="1"/>
          </p:nvPr>
        </p:nvPicPr>
        <p:blipFill>
          <a:blip r:embed="rId2"/>
          <a:stretch>
            <a:fillRect/>
          </a:stretch>
        </p:blipFill>
        <p:spPr>
          <a:xfrm>
            <a:off x="5283057" y="1688594"/>
            <a:ext cx="6301520" cy="3675886"/>
          </a:xfrm>
          <a:prstGeom prst="rect">
            <a:avLst/>
          </a:prstGeom>
        </p:spPr>
      </p:pic>
      <p:sp>
        <p:nvSpPr>
          <p:cNvPr id="4" name="Marcador de texto 3"/>
          <p:cNvSpPr>
            <a:spLocks noGrp="1"/>
          </p:cNvSpPr>
          <p:nvPr>
            <p:ph type="body" sz="half" idx="2"/>
          </p:nvPr>
        </p:nvSpPr>
        <p:spPr/>
        <p:txBody>
          <a:bodyPr>
            <a:normAutofit lnSpcReduction="10000"/>
          </a:bodyPr>
          <a:lstStyle/>
          <a:p>
            <a:r>
              <a:rPr lang="es-MX" dirty="0" smtClean="0"/>
              <a:t>Modelo de construcción de prototipos</a:t>
            </a:r>
          </a:p>
          <a:p>
            <a:pPr algn="just"/>
            <a:r>
              <a:rPr lang="es-MX" dirty="0" smtClean="0"/>
              <a:t>Tener feedback con el usuario es de vital importancia, pues él será quien apruebe la versión final de dicho proyecto.</a:t>
            </a:r>
          </a:p>
          <a:p>
            <a:pPr algn="just"/>
            <a:r>
              <a:rPr lang="es-MX" dirty="0" smtClean="0"/>
              <a:t>Los prototipos nos serán de gran utilidad pues nos darán la idea de lo que quiere el cliente, así mismo, nos potenciara en el análisis de riesgos, costos, entre otras cosas mas.</a:t>
            </a:r>
            <a:endParaRPr lang="es-MX" dirty="0"/>
          </a:p>
        </p:txBody>
      </p:sp>
    </p:spTree>
    <p:extLst>
      <p:ext uri="{BB962C8B-B14F-4D97-AF65-F5344CB8AC3E}">
        <p14:creationId xmlns:p14="http://schemas.microsoft.com/office/powerpoint/2010/main" val="1466037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3811" y="1938528"/>
            <a:ext cx="3718455" cy="821606"/>
          </a:xfrm>
        </p:spPr>
        <p:txBody>
          <a:bodyPr>
            <a:normAutofit fontScale="90000"/>
          </a:bodyPr>
          <a:lstStyle/>
          <a:p>
            <a:r>
              <a:rPr lang="es-MX" dirty="0" smtClean="0"/>
              <a:t>Prototipo ‘ZERO’</a:t>
            </a:r>
            <a:br>
              <a:rPr lang="es-MX" dirty="0" smtClean="0"/>
            </a:br>
            <a:r>
              <a:rPr lang="es-MX" dirty="0" smtClean="0"/>
              <a:t>Bases de datos funcionando</a:t>
            </a:r>
            <a:endParaRPr lang="es-MX" dirty="0"/>
          </a:p>
        </p:txBody>
      </p:sp>
      <p:pic>
        <p:nvPicPr>
          <p:cNvPr id="5" name="Marcador de contenido 4"/>
          <p:cNvPicPr>
            <a:picLocks noGrp="1" noChangeAspect="1"/>
          </p:cNvPicPr>
          <p:nvPr>
            <p:ph idx="1"/>
          </p:nvPr>
        </p:nvPicPr>
        <p:blipFill>
          <a:blip r:embed="rId2"/>
          <a:stretch>
            <a:fillRect/>
          </a:stretch>
        </p:blipFill>
        <p:spPr>
          <a:xfrm>
            <a:off x="5012266" y="2349331"/>
            <a:ext cx="6570134" cy="2393357"/>
          </a:xfrm>
          <a:prstGeom prst="rect">
            <a:avLst/>
          </a:prstGeom>
        </p:spPr>
      </p:pic>
      <p:sp>
        <p:nvSpPr>
          <p:cNvPr id="4" name="Marcador de texto 3"/>
          <p:cNvSpPr>
            <a:spLocks noGrp="1"/>
          </p:cNvSpPr>
          <p:nvPr>
            <p:ph type="body" sz="half" idx="2"/>
          </p:nvPr>
        </p:nvSpPr>
        <p:spPr>
          <a:xfrm>
            <a:off x="1293811" y="3031065"/>
            <a:ext cx="3718455" cy="1577511"/>
          </a:xfrm>
        </p:spPr>
        <p:txBody>
          <a:bodyPr/>
          <a:lstStyle/>
          <a:p>
            <a:pPr algn="just"/>
            <a:r>
              <a:rPr lang="es-MX" dirty="0" smtClean="0"/>
              <a:t>Se crearon las bases de datos necesarias para el desarrollo de la aplicación, así mismo, se pusieron en un servidor brindado por Google llamado Firebase, que nos permite utilizar hasta 50000 llamadas gratuitas a la vez.</a:t>
            </a:r>
            <a:endParaRPr lang="es-MX" dirty="0"/>
          </a:p>
        </p:txBody>
      </p:sp>
    </p:spTree>
    <p:extLst>
      <p:ext uri="{BB962C8B-B14F-4D97-AF65-F5344CB8AC3E}">
        <p14:creationId xmlns:p14="http://schemas.microsoft.com/office/powerpoint/2010/main" val="509811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Prototipo ‘GAMA’</a:t>
            </a:r>
            <a:br>
              <a:rPr lang="es-MX" dirty="0" smtClean="0"/>
            </a:br>
            <a:r>
              <a:rPr lang="es-MX" dirty="0" smtClean="0"/>
              <a:t>Login y bases de datos conectadas</a:t>
            </a:r>
            <a:endParaRPr lang="es-MX" dirty="0"/>
          </a:p>
        </p:txBody>
      </p:sp>
      <p:sp>
        <p:nvSpPr>
          <p:cNvPr id="4" name="Marcador de texto 3"/>
          <p:cNvSpPr>
            <a:spLocks noGrp="1"/>
          </p:cNvSpPr>
          <p:nvPr>
            <p:ph type="body" sz="half" idx="2"/>
          </p:nvPr>
        </p:nvSpPr>
        <p:spPr/>
        <p:txBody>
          <a:bodyPr>
            <a:normAutofit/>
          </a:bodyPr>
          <a:lstStyle/>
          <a:p>
            <a:pPr algn="just"/>
            <a:r>
              <a:rPr lang="es-MX" dirty="0" smtClean="0"/>
              <a:t>Al tener las bases funcionando, el Login solo fue cuestión de tiempo de completar, pues no solo se conecta y busca al usuario dentro de las bases, maneja varias excepciones que podrían ‘tirar’ las bases, con por ejemplo:</a:t>
            </a:r>
          </a:p>
          <a:p>
            <a:pPr marL="285750" indent="-285750" algn="just">
              <a:buFont typeface="Arial" panose="020B0604020202020204" pitchFamily="34" charset="0"/>
              <a:buChar char="•"/>
            </a:pPr>
            <a:r>
              <a:rPr lang="es-MX" dirty="0" smtClean="0"/>
              <a:t>Usuario repetido</a:t>
            </a:r>
          </a:p>
          <a:p>
            <a:pPr marL="285750" indent="-285750" algn="just">
              <a:buFont typeface="Arial" panose="020B0604020202020204" pitchFamily="34" charset="0"/>
              <a:buChar char="•"/>
            </a:pPr>
            <a:r>
              <a:rPr lang="es-MX" dirty="0" smtClean="0"/>
              <a:t>Correo no existente</a:t>
            </a:r>
          </a:p>
          <a:p>
            <a:pPr marL="285750" indent="-285750" algn="just">
              <a:buFont typeface="Arial" panose="020B0604020202020204" pitchFamily="34" charset="0"/>
              <a:buChar char="•"/>
            </a:pPr>
            <a:r>
              <a:rPr lang="es-MX" dirty="0" smtClean="0"/>
              <a:t>Contraseña débil</a:t>
            </a:r>
          </a:p>
        </p:txBody>
      </p:sp>
      <p:pic>
        <p:nvPicPr>
          <p:cNvPr id="6" name="Marcador de contenido 5"/>
          <p:cNvPicPr>
            <a:picLocks noGrp="1" noChangeAspect="1"/>
          </p:cNvPicPr>
          <p:nvPr>
            <p:ph idx="1"/>
          </p:nvPr>
        </p:nvPicPr>
        <p:blipFill rotWithShape="1">
          <a:blip r:embed="rId2"/>
          <a:srcRect t="3025"/>
          <a:stretch/>
        </p:blipFill>
        <p:spPr>
          <a:xfrm>
            <a:off x="6943345" y="463295"/>
            <a:ext cx="3419856" cy="5895849"/>
          </a:xfrm>
          <a:prstGeom prst="rect">
            <a:avLst/>
          </a:prstGeom>
        </p:spPr>
      </p:pic>
    </p:spTree>
    <p:extLst>
      <p:ext uri="{BB962C8B-B14F-4D97-AF65-F5344CB8AC3E}">
        <p14:creationId xmlns:p14="http://schemas.microsoft.com/office/powerpoint/2010/main" val="2351666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3811" y="2292096"/>
            <a:ext cx="3718455" cy="468038"/>
          </a:xfrm>
        </p:spPr>
        <p:txBody>
          <a:bodyPr/>
          <a:lstStyle/>
          <a:p>
            <a:r>
              <a:rPr lang="es-MX" dirty="0" smtClean="0"/>
              <a:t>Aplicación final</a:t>
            </a:r>
            <a:endParaRPr lang="es-MX" dirty="0"/>
          </a:p>
        </p:txBody>
      </p:sp>
      <p:pic>
        <p:nvPicPr>
          <p:cNvPr id="5" name="Marcador de contenido 4"/>
          <p:cNvPicPr>
            <a:picLocks noGrp="1" noChangeAspect="1"/>
          </p:cNvPicPr>
          <p:nvPr>
            <p:ph idx="1"/>
          </p:nvPr>
        </p:nvPicPr>
        <p:blipFill>
          <a:blip r:embed="rId2"/>
          <a:stretch>
            <a:fillRect/>
          </a:stretch>
        </p:blipFill>
        <p:spPr>
          <a:xfrm>
            <a:off x="6521304" y="202375"/>
            <a:ext cx="3512712" cy="6244823"/>
          </a:xfrm>
          <a:prstGeom prst="rect">
            <a:avLst/>
          </a:prstGeom>
        </p:spPr>
      </p:pic>
      <p:sp>
        <p:nvSpPr>
          <p:cNvPr id="4" name="Marcador de texto 3"/>
          <p:cNvSpPr>
            <a:spLocks noGrp="1"/>
          </p:cNvSpPr>
          <p:nvPr>
            <p:ph type="body" sz="half" idx="2"/>
          </p:nvPr>
        </p:nvSpPr>
        <p:spPr>
          <a:xfrm>
            <a:off x="1293811" y="3031065"/>
            <a:ext cx="3718455" cy="1077639"/>
          </a:xfrm>
        </p:spPr>
        <p:txBody>
          <a:bodyPr/>
          <a:lstStyle/>
          <a:p>
            <a:pPr algn="just"/>
            <a:r>
              <a:rPr lang="es-MX" dirty="0" smtClean="0"/>
              <a:t>El trabajo final consiste en desarrollar la lógica de la aplicación, y a su vez, métricas y operaciones necesarias para tener una comunicación en tiempo real con las bases.</a:t>
            </a:r>
          </a:p>
        </p:txBody>
      </p:sp>
    </p:spTree>
    <p:extLst>
      <p:ext uri="{BB962C8B-B14F-4D97-AF65-F5344CB8AC3E}">
        <p14:creationId xmlns:p14="http://schemas.microsoft.com/office/powerpoint/2010/main" val="22722725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Documentación</a:t>
            </a:r>
            <a:endParaRPr lang="es-MX" dirty="0"/>
          </a:p>
        </p:txBody>
      </p:sp>
      <p:sp>
        <p:nvSpPr>
          <p:cNvPr id="3" name="Marcador de contenido 2"/>
          <p:cNvSpPr>
            <a:spLocks noGrp="1"/>
          </p:cNvSpPr>
          <p:nvPr>
            <p:ph idx="1"/>
          </p:nvPr>
        </p:nvSpPr>
        <p:spPr>
          <a:xfrm>
            <a:off x="1295401" y="2556932"/>
            <a:ext cx="4885943" cy="3318936"/>
          </a:xfrm>
        </p:spPr>
        <p:txBody>
          <a:bodyPr>
            <a:normAutofit fontScale="92500" lnSpcReduction="20000"/>
          </a:bodyPr>
          <a:lstStyle/>
          <a:p>
            <a:r>
              <a:rPr lang="es-MX" dirty="0" smtClean="0"/>
              <a:t>Inicio de </a:t>
            </a:r>
            <a:r>
              <a:rPr lang="es-MX" dirty="0"/>
              <a:t>P</a:t>
            </a:r>
            <a:r>
              <a:rPr lang="es-MX" dirty="0" smtClean="0"/>
              <a:t>royecto</a:t>
            </a:r>
          </a:p>
          <a:p>
            <a:r>
              <a:rPr lang="es-MX" dirty="0" smtClean="0"/>
              <a:t>Administración de Alcance</a:t>
            </a:r>
          </a:p>
          <a:p>
            <a:r>
              <a:rPr lang="es-MX" dirty="0" smtClean="0"/>
              <a:t>Administración del Costo</a:t>
            </a:r>
          </a:p>
          <a:p>
            <a:r>
              <a:rPr lang="es-MX" dirty="0" smtClean="0"/>
              <a:t>Administración de Recursos Humanos</a:t>
            </a:r>
          </a:p>
          <a:p>
            <a:r>
              <a:rPr lang="es-MX" dirty="0" smtClean="0"/>
              <a:t>Administración de Calidad</a:t>
            </a:r>
          </a:p>
          <a:p>
            <a:r>
              <a:rPr lang="es-MX" dirty="0" smtClean="0"/>
              <a:t>Administración de Comunicaciones</a:t>
            </a:r>
          </a:p>
          <a:p>
            <a:r>
              <a:rPr lang="es-MX" dirty="0" smtClean="0"/>
              <a:t>Administración de Riesgos</a:t>
            </a:r>
          </a:p>
          <a:p>
            <a:r>
              <a:rPr lang="es-MX" dirty="0" smtClean="0"/>
              <a:t>Administración del Abasto</a:t>
            </a:r>
            <a:endParaRPr lang="es-MX" dirty="0"/>
          </a:p>
        </p:txBody>
      </p:sp>
      <p:sp>
        <p:nvSpPr>
          <p:cNvPr id="4" name="Rectángulo 3">
            <a:hlinkClick r:id="rId2" action="ppaction://hlinkfile"/>
          </p:cNvPr>
          <p:cNvSpPr/>
          <p:nvPr/>
        </p:nvSpPr>
        <p:spPr>
          <a:xfrm>
            <a:off x="1645920" y="2556932"/>
            <a:ext cx="2036064" cy="30818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5" name="Rectángulo 4">
            <a:hlinkClick r:id="rId3" action="ppaction://hlinkfile"/>
          </p:cNvPr>
          <p:cNvSpPr/>
          <p:nvPr/>
        </p:nvSpPr>
        <p:spPr>
          <a:xfrm>
            <a:off x="1645920" y="2966879"/>
            <a:ext cx="2950464" cy="30818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6" name="Rectángulo 5">
            <a:hlinkClick r:id="rId4" action="ppaction://hlinkfile"/>
          </p:cNvPr>
          <p:cNvSpPr/>
          <p:nvPr/>
        </p:nvSpPr>
        <p:spPr>
          <a:xfrm>
            <a:off x="1645920" y="3406978"/>
            <a:ext cx="2779776" cy="30818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7" name="Rectángulo 6">
            <a:hlinkClick r:id="rId5" action="ppaction://hlinkfile"/>
          </p:cNvPr>
          <p:cNvSpPr/>
          <p:nvPr/>
        </p:nvSpPr>
        <p:spPr>
          <a:xfrm>
            <a:off x="1645920" y="3807283"/>
            <a:ext cx="4279392" cy="30818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8" name="Rectángulo 7">
            <a:hlinkClick r:id="rId6" action="ppaction://hlinkfile"/>
          </p:cNvPr>
          <p:cNvSpPr/>
          <p:nvPr/>
        </p:nvSpPr>
        <p:spPr>
          <a:xfrm>
            <a:off x="1645920" y="4232310"/>
            <a:ext cx="2950464" cy="30818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9" name="Rectángulo 8">
            <a:hlinkClick r:id="rId7" action="ppaction://hlinkfile"/>
          </p:cNvPr>
          <p:cNvSpPr/>
          <p:nvPr/>
        </p:nvSpPr>
        <p:spPr>
          <a:xfrm>
            <a:off x="1645920" y="4607894"/>
            <a:ext cx="3864864" cy="30818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10" name="Rectángulo 9">
            <a:hlinkClick r:id="rId8" action="ppaction://hlinkfile"/>
          </p:cNvPr>
          <p:cNvSpPr/>
          <p:nvPr/>
        </p:nvSpPr>
        <p:spPr>
          <a:xfrm>
            <a:off x="1645920" y="5044438"/>
            <a:ext cx="2950464" cy="30818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11" name="Rectángulo 10">
            <a:hlinkClick r:id="rId9" action="ppaction://hlinkfile"/>
          </p:cNvPr>
          <p:cNvSpPr/>
          <p:nvPr/>
        </p:nvSpPr>
        <p:spPr>
          <a:xfrm>
            <a:off x="1597152" y="5488092"/>
            <a:ext cx="2999232" cy="30818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13" name="Marcador de contenido 2"/>
          <p:cNvSpPr txBox="1">
            <a:spLocks/>
          </p:cNvSpPr>
          <p:nvPr/>
        </p:nvSpPr>
        <p:spPr>
          <a:xfrm>
            <a:off x="6275831" y="2556932"/>
            <a:ext cx="4885943" cy="409947"/>
          </a:xfrm>
          <a:prstGeom prst="rect">
            <a:avLst/>
          </a:prstGeom>
        </p:spPr>
        <p:txBody>
          <a:bodyPr vert="horz" lIns="91440" tIns="45720" rIns="91440" bIns="45720" rtlCol="0" anchor="t">
            <a:normAutofit fontScale="92500"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s-MX" dirty="0" smtClean="0"/>
              <a:t>Administración de Tiempos</a:t>
            </a:r>
          </a:p>
        </p:txBody>
      </p:sp>
      <p:sp>
        <p:nvSpPr>
          <p:cNvPr id="14" name="Rectángulo 13">
            <a:hlinkClick r:id="rId10" action="ppaction://hlinkfile"/>
          </p:cNvPr>
          <p:cNvSpPr/>
          <p:nvPr/>
        </p:nvSpPr>
        <p:spPr>
          <a:xfrm>
            <a:off x="6626352" y="2607811"/>
            <a:ext cx="3163824" cy="30818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Tree>
    <p:extLst>
      <p:ext uri="{BB962C8B-B14F-4D97-AF65-F5344CB8AC3E}">
        <p14:creationId xmlns:p14="http://schemas.microsoft.com/office/powerpoint/2010/main" val="103168549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130</TotalTime>
  <Words>246</Words>
  <Application>Microsoft Office PowerPoint</Application>
  <PresentationFormat>Panorámica</PresentationFormat>
  <Paragraphs>27</Paragraphs>
  <Slides>6</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6</vt:i4>
      </vt:variant>
    </vt:vector>
  </HeadingPairs>
  <TitlesOfParts>
    <vt:vector size="9" baseType="lpstr">
      <vt:lpstr>Arial</vt:lpstr>
      <vt:lpstr>Garamond</vt:lpstr>
      <vt:lpstr>Orgánico</vt:lpstr>
      <vt:lpstr>AppDieta</vt:lpstr>
      <vt:lpstr>Modelo escogido para realizar y ejecutar el proyecto</vt:lpstr>
      <vt:lpstr>Prototipo ‘ZERO’ Bases de datos funcionando</vt:lpstr>
      <vt:lpstr>Prototipo ‘GAMA’ Login y bases de datos conectadas</vt:lpstr>
      <vt:lpstr>Aplicación final</vt:lpstr>
      <vt:lpstr>Documentación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AppDieta</dc:title>
  <dc:creator>Alex</dc:creator>
  <cp:lastModifiedBy>Alex</cp:lastModifiedBy>
  <cp:revision>7</cp:revision>
  <dcterms:created xsi:type="dcterms:W3CDTF">2019-11-28T17:14:36Z</dcterms:created>
  <dcterms:modified xsi:type="dcterms:W3CDTF">2019-11-28T19:25:03Z</dcterms:modified>
</cp:coreProperties>
</file>